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A1D9-2352-7ECF-157E-5A5552D67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068A5-1CD8-33E1-CD60-D5060E888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7304B-2A18-DDB6-6A2A-06093F99F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C2600-99CD-6046-79AB-6F624DC5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E66E8-D6D5-1646-0B63-EAE48340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295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F86D-176F-87FD-D3B5-C47E2791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9E88A-F8A0-B49D-1414-D45EECAA8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34E07-7FDB-B7C8-1581-1A5DEE75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20410-A000-4390-9477-F7351CB0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F62DB-3B26-1565-36A2-02E4C567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56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DD32-81AB-3CED-3258-4D86E8A9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D0BF2-DFE5-F912-D175-3D24AA5CD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A2586-BAE2-9696-ACD8-16A2B1B0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29C73-D2D0-FD4E-C707-2E312672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55CAF-735B-97FB-B191-0FBF0645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79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B725-7997-9722-2599-AA54A56F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415D6-1981-1725-F232-C8612618A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EC365-A359-D249-5751-886528465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7CCF6-6668-78B5-924B-6E2FE498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9A80-9589-78B4-B417-AFF81AE1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0ACBC-96BF-BD97-D4B3-D5DC1C71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10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DE2A-46E3-8334-937E-9CEC35B72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607DB-5DA5-86E2-B06D-4928664D5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F1C27-0EEE-5128-A982-7D1DD7BB0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6B80-9D47-4D15-79F6-8E6F4B66D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48D32-C7B9-D164-FE05-2B28539EC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82CDC-1364-F8F8-5197-CA1B95E1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C5A2-8FEB-EBC5-E726-5B8C2D64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AFA89-DCC3-8D7C-92A6-AD04D7AD0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4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2D7A-5719-1BF5-CC67-43B98911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07FF2-3CC3-3C95-6F43-260363F3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6DAB5-DE15-A9BC-3C46-FC091743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0C248-925F-4F58-0FB7-AE5D154B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3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551C5-17F7-CC8A-22B0-2E4B1F4E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14278-64B2-E448-B2DE-2BD5A0F1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988C8-725B-FD56-F032-2ED80506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60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54E9-6644-95DD-A213-4F059DDC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5C204-0F27-67F2-3D3A-D557F5193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954A3-590A-FEB7-B489-CA94058EC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DE788-7BA1-97C8-A7DD-A9CDA4E1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61F56-D42F-52A0-B8EC-E18847C7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99EDA-6E9B-BA8C-9A13-807C36CB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373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EB75-09CC-CACA-7FC9-CC711C1F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D8989-2196-1153-72BB-C8FC21A96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345A0-E586-8829-F0D7-944B5AAB5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9C542-FD17-552A-E925-4F905A61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1B603-10F1-E8B9-80BA-D6AA06FA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5DFD9-C728-ABF3-6253-AFC058CC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88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C9E5-42F5-0F64-774A-C6B026EF1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40817-75A6-932B-040C-FCF5880A9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847F1-FFD0-809A-B68A-34E1CDC2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71D02-C978-ECAB-8603-E8AA9969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BAF04-42A5-CFFA-6E56-69D54FEE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44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646BD-2C7B-6206-960B-A4105F6FC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5A20D-1A34-70BD-D030-A046FCBEE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EC307-DB62-85A3-8AD3-3AACBEBA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4A801-EB82-2C10-8ABF-BC896C6C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3ED9F-985A-9509-25FA-17596D68B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4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87276-75C4-7237-974B-3D65D8AE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C9F84-406D-CF2E-9A1E-D8DF54EC8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3D02D-7A31-8A9A-4E09-1A0C02597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79D1E-2BF4-45B2-9662-B4C88897B07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0934D-206E-F5CF-8029-FCF4C715C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56591-87A2-317E-A485-9DD385FB2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9CE0F-9EA0-4E9F-9158-86F80DC75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43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3EF336-FA30-CB2D-BAC7-3E42F4F92A2C}"/>
              </a:ext>
            </a:extLst>
          </p:cNvPr>
          <p:cNvSpPr txBox="1"/>
          <p:nvPr/>
        </p:nvSpPr>
        <p:spPr>
          <a:xfrm>
            <a:off x="149902" y="0"/>
            <a:ext cx="1187220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Title</a:t>
            </a:r>
          </a:p>
          <a:p>
            <a:r>
              <a:rPr lang="en-IN" dirty="0"/>
              <a:t>Job Portal with Employer Dashboard</a:t>
            </a:r>
          </a:p>
          <a:p>
            <a:r>
              <a:rPr lang="en-IN" b="1" dirty="0"/>
              <a:t>2. Domain</a:t>
            </a:r>
          </a:p>
          <a:p>
            <a:r>
              <a:rPr lang="en-IN" dirty="0"/>
              <a:t>Web Application / Recruitment &amp; Employment Management</a:t>
            </a:r>
          </a:p>
          <a:p>
            <a:r>
              <a:rPr lang="en-US" b="1" dirty="0"/>
              <a:t>3. Who is the user?</a:t>
            </a:r>
          </a:p>
          <a:p>
            <a:r>
              <a:rPr lang="en-US" dirty="0"/>
              <a:t> </a:t>
            </a:r>
            <a:r>
              <a:rPr lang="en-US" b="1" dirty="0"/>
              <a:t>Admin :</a:t>
            </a:r>
          </a:p>
          <a:p>
            <a:r>
              <a:rPr lang="en-US" dirty="0"/>
              <a:t>    Manages users, employers, and job postings .</a:t>
            </a:r>
          </a:p>
          <a:p>
            <a:r>
              <a:rPr lang="en-US" dirty="0"/>
              <a:t> </a:t>
            </a:r>
            <a:r>
              <a:rPr lang="en-US" b="1" dirty="0"/>
              <a:t>Employer :</a:t>
            </a:r>
          </a:p>
          <a:p>
            <a:r>
              <a:rPr lang="en-US" dirty="0"/>
              <a:t>     Posts jobs, manages company profile, and reviews applicants . </a:t>
            </a:r>
          </a:p>
          <a:p>
            <a:r>
              <a:rPr lang="en-US" dirty="0"/>
              <a:t> </a:t>
            </a:r>
            <a:r>
              <a:rPr lang="en-US" b="1" dirty="0"/>
              <a:t>Job Seeker :</a:t>
            </a:r>
          </a:p>
          <a:p>
            <a:r>
              <a:rPr lang="en-US" dirty="0"/>
              <a:t>     Searches for jobs, uploads a resume, and applies for jobs.</a:t>
            </a:r>
          </a:p>
          <a:p>
            <a:r>
              <a:rPr lang="en-IN" b="1" dirty="0"/>
              <a:t>6. Core Entities / Database:    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Employers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JobSeekers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JobsApplications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ResumesCompanies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Categories</a:t>
            </a:r>
          </a:p>
        </p:txBody>
      </p:sp>
    </p:spTree>
    <p:extLst>
      <p:ext uri="{BB962C8B-B14F-4D97-AF65-F5344CB8AC3E}">
        <p14:creationId xmlns:p14="http://schemas.microsoft.com/office/powerpoint/2010/main" val="150611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895964-B0E3-916A-C7AE-CD9673D86AE9}"/>
              </a:ext>
            </a:extLst>
          </p:cNvPr>
          <p:cNvSpPr txBox="1"/>
          <p:nvPr/>
        </p:nvSpPr>
        <p:spPr>
          <a:xfrm>
            <a:off x="648325" y="284813"/>
            <a:ext cx="967989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7. User Roles &amp; Permissions:</a:t>
            </a:r>
          </a:p>
          <a:p>
            <a:r>
              <a:rPr lang="en-IN" sz="1800" dirty="0"/>
              <a:t>   </a:t>
            </a:r>
            <a:r>
              <a:rPr lang="en-IN" sz="1800" b="1" dirty="0"/>
              <a:t>Admin: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      Manage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      Approve or remove job postings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      View reports</a:t>
            </a:r>
          </a:p>
          <a:p>
            <a:r>
              <a:rPr lang="en-IN" sz="1800" b="1" dirty="0"/>
              <a:t>  Employer: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      Post, edit, and delete jobs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      View applicants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      Accept or reject applications</a:t>
            </a:r>
          </a:p>
          <a:p>
            <a:r>
              <a:rPr lang="en-IN" sz="1800" dirty="0"/>
              <a:t>  </a:t>
            </a:r>
            <a:r>
              <a:rPr lang="en-IN" sz="1800" b="1" dirty="0"/>
              <a:t>Job Seeker: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     Register and log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     Upload resume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     Search and apply for jobs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     View application status</a:t>
            </a:r>
          </a:p>
        </p:txBody>
      </p:sp>
    </p:spTree>
    <p:extLst>
      <p:ext uri="{BB962C8B-B14F-4D97-AF65-F5344CB8AC3E}">
        <p14:creationId xmlns:p14="http://schemas.microsoft.com/office/powerpoint/2010/main" val="42278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153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sabariya P</dc:creator>
  <cp:lastModifiedBy>sabariya P</cp:lastModifiedBy>
  <cp:revision>2</cp:revision>
  <dcterms:created xsi:type="dcterms:W3CDTF">2026-08-01T16:28:51Z</dcterms:created>
  <dcterms:modified xsi:type="dcterms:W3CDTF">2026-08-01T18:00:29Z</dcterms:modified>
</cp:coreProperties>
</file>